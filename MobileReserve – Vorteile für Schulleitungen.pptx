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4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19" r:id="rId2"/>
    <p:sldId id="320" r:id="rId3"/>
    <p:sldId id="321" r:id="rId4"/>
    <p:sldId id="322" r:id="rId5"/>
  </p:sldIdLst>
  <p:sldSz cx="9144000" cy="6858000" type="screen4x3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.malcher@t-online.de" initials="a" lastIdx="1" clrIdx="0"/>
  <p:cmAuthor id="7" name="andrea.malcher@t-online.de" initials="a [2] [2] [2] [2] [2] [2] [2]" lastIdx="1" clrIdx="7"/>
  <p:cmAuthor id="1" name="andrea.malcher@t-online.de" initials="a [2]" lastIdx="1" clrIdx="1"/>
  <p:cmAuthor id="8" name="andrea.malcher@t-online.de" initials="a [2] [2] [2] [2] [2] [2] [2] [2]" lastIdx="1" clrIdx="8"/>
  <p:cmAuthor id="2" name="andrea.malcher@t-online.de" initials="a [2] [2]" lastIdx="1" clrIdx="2"/>
  <p:cmAuthor id="9" name="andrea.malcher@t-online.de" initials="a [2] [2] [2] [2] [2] [2] [2] [2] [2]" lastIdx="1" clrIdx="9"/>
  <p:cmAuthor id="3" name="andrea.malcher@t-online.de" initials="a [2] [2] [2]" lastIdx="1" clrIdx="3"/>
  <p:cmAuthor id="4" name="andrea.malcher@t-online.de" initials="a [2] [2] [2] [2]" lastIdx="1" clrIdx="4"/>
  <p:cmAuthor id="5" name="andrea.malcher@t-online.de" initials="a [2] [2] [2] [2] [2]" lastIdx="1" clrIdx="5"/>
  <p:cmAuthor id="6" name="andrea.malcher@t-online.de" initials="a [2] [2] [2] [2] [2] [2]" lastIdx="1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00"/>
    <a:srgbClr val="D56509"/>
    <a:srgbClr val="006600"/>
    <a:srgbClr val="006666"/>
    <a:srgbClr val="008080"/>
    <a:srgbClr val="009999"/>
    <a:srgbClr val="339933"/>
    <a:srgbClr val="339966"/>
    <a:srgbClr val="FFFF99"/>
    <a:srgbClr val="D5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 autoAdjust="0"/>
    <p:restoredTop sz="94665" autoAdjust="0"/>
  </p:normalViewPr>
  <p:slideViewPr>
    <p:cSldViewPr>
      <p:cViewPr varScale="1">
        <p:scale>
          <a:sx n="120" d="100"/>
          <a:sy n="120" d="100"/>
        </p:scale>
        <p:origin x="19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361BC-B1C9-4340-9E6B-4E794CB1A206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315F-D565-4CCB-AED4-438B00C4CE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77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955" cy="495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45" y="1"/>
            <a:ext cx="2945955" cy="495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BA0FC-9587-4009-BD1A-2B363635BA97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0063" y="4715482"/>
            <a:ext cx="5437550" cy="44660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23"/>
            <a:ext cx="2945955" cy="495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45" y="9429323"/>
            <a:ext cx="2945955" cy="495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2B507-0661-4E66-ACC1-811538C4A5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576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9487B-15BE-448D-BBC4-A7F23F63790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8704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0A01-B65D-269F-33EC-CDAAF0A6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0F676F-F1C6-4E8D-8E9C-3EE496C9D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208726D-9A74-7D20-8B5E-13E0FC167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8257ED-FCC1-6620-EFB4-598DD9953A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9487B-15BE-448D-BBC4-A7F23F63790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92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7AB3-6CCB-9B34-889D-320A30FB4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34CA1F0-226A-26DD-677A-851400C47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9E3623-12CA-D23D-2C14-8E53E431E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C370E7-902C-1121-2CD3-A72CF6F9A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9487B-15BE-448D-BBC4-A7F23F63790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2519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0653F-0B17-CB4C-ADA4-70D81106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0F0DB04-4E8C-B0CD-A494-495BE131A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BA0CD3-A602-E795-D1B4-73E368E57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98E38A-A9EA-4064-5326-1E325BBD0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9487B-15BE-448D-BBC4-A7F23F63790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8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D9FD3-1BA1-4FBE-B21C-2B4BE37D6AF1}" type="datetimeFigureOut">
              <a:rPr lang="de-DE" smtClean="0"/>
              <a:t>28.09.26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8E41C-B317-44EB-A23D-0633451D2C8B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-2232" y="0"/>
            <a:ext cx="9146232" cy="980728"/>
          </a:xfrm>
          <a:solidFill>
            <a:srgbClr val="800000"/>
          </a:solidFill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MobileReserve.Digital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Staatliche Schulämter im Landkreis Unterallgäu und in der Stadt Memmingen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FD0A9-9156-4397-A11D-BD56809C9091}" type="slidenum">
              <a:rPr lang="de-DE" smtClean="0"/>
              <a:t>1</a:t>
            </a:fld>
            <a:endParaRPr lang="de-DE"/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6369112"/>
            <a:ext cx="1440160" cy="43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67E50CB-AB34-1E4E-1344-EB50714F4DBD}"/>
              </a:ext>
            </a:extLst>
          </p:cNvPr>
          <p:cNvSpPr txBox="1"/>
          <p:nvPr/>
        </p:nvSpPr>
        <p:spPr>
          <a:xfrm>
            <a:off x="539552" y="1340768"/>
            <a:ext cx="806489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/>
              <a:t>Vorteile für Schulleitungen</a:t>
            </a:r>
          </a:p>
          <a:p>
            <a:endParaRPr lang="de-DE" sz="2200" dirty="0"/>
          </a:p>
          <a:p>
            <a:r>
              <a:rPr lang="de-DE" sz="2200" dirty="0"/>
              <a:t>Weniger Abstimmungsaufwand</a:t>
            </a:r>
          </a:p>
          <a:p>
            <a:r>
              <a:rPr lang="de-DE" sz="2200" dirty="0"/>
              <a:t>Bedarfe zentral an das Schulamt melden.</a:t>
            </a:r>
          </a:p>
          <a:p>
            <a:endParaRPr lang="de-DE" sz="2200" dirty="0"/>
          </a:p>
          <a:p>
            <a:r>
              <a:rPr lang="de-DE" sz="2200" dirty="0"/>
              <a:t>Mehr Überblick für die Tagesplanung</a:t>
            </a:r>
          </a:p>
          <a:p>
            <a:r>
              <a:rPr lang="de-DE" sz="2200" dirty="0"/>
              <a:t>Besetzungsstand und zugewiesene Stunden sehen.</a:t>
            </a:r>
          </a:p>
          <a:p>
            <a:endParaRPr lang="de-DE" sz="2200" dirty="0"/>
          </a:p>
          <a:p>
            <a:r>
              <a:rPr lang="de-DE" sz="2200" dirty="0"/>
              <a:t>Vertretungen besser vorbereiten</a:t>
            </a:r>
          </a:p>
          <a:p>
            <a:r>
              <a:rPr lang="de-DE" sz="2200" dirty="0"/>
              <a:t>Kontaktdaten und Einsatzhinweise direkt verfügbar.</a:t>
            </a:r>
          </a:p>
          <a:p>
            <a:endParaRPr lang="de-DE" sz="2200" dirty="0"/>
          </a:p>
          <a:p>
            <a:r>
              <a:rPr lang="de-DE" sz="2200" dirty="0"/>
              <a:t>Auch längere Ausfälle einfach organisieren</a:t>
            </a:r>
          </a:p>
          <a:p>
            <a:r>
              <a:rPr lang="de-DE" sz="2200" dirty="0"/>
              <a:t>Wochenbedarf erfassen und Rückkehr digital melden.</a:t>
            </a:r>
          </a:p>
        </p:txBody>
      </p:sp>
    </p:spTree>
    <p:extLst>
      <p:ext uri="{BB962C8B-B14F-4D97-AF65-F5344CB8AC3E}">
        <p14:creationId xmlns:p14="http://schemas.microsoft.com/office/powerpoint/2010/main" val="262756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EAE5-98DA-5AAB-B28A-782382F8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C2F8F4-164C-5C77-0C4A-9AE599AF9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32" y="0"/>
            <a:ext cx="9146232" cy="980728"/>
          </a:xfrm>
          <a:solidFill>
            <a:srgbClr val="800000"/>
          </a:solidFill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Bedarf passgenau melden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B4B94C-C091-36C6-5E03-31ACFC9B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Staatliche Schulämter im Landkreis Unterallgäu und in der Stadt Memmingen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9F4189-25F8-E34D-B2A4-CF5CE365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FD0A9-9156-4397-A11D-BD56809C9091}" type="slidenum">
              <a:rPr lang="de-DE" smtClean="0"/>
              <a:t>2</a:t>
            </a:fld>
            <a:endParaRPr lang="de-DE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0415E1A5-E445-5468-759D-222783E5D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6369112"/>
            <a:ext cx="1440160" cy="43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EA59748-9473-D4D6-C2DD-6FC166A389F1}"/>
              </a:ext>
            </a:extLst>
          </p:cNvPr>
          <p:cNvSpPr txBox="1"/>
          <p:nvPr/>
        </p:nvSpPr>
        <p:spPr>
          <a:xfrm>
            <a:off x="539552" y="1340768"/>
            <a:ext cx="80648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/>
              <a:t>Einzelne Tage oder längere Zeiträume</a:t>
            </a:r>
          </a:p>
          <a:p>
            <a:r>
              <a:rPr lang="de-DE" sz="2200" dirty="0"/>
              <a:t>Datum, Unterrichtsbeginn und Stunden angeben.</a:t>
            </a:r>
          </a:p>
          <a:p>
            <a:endParaRPr lang="de-DE" sz="2200" dirty="0"/>
          </a:p>
          <a:p>
            <a:r>
              <a:rPr lang="de-DE" sz="2200" dirty="0"/>
              <a:t>Individueller Wochenplan</a:t>
            </a:r>
          </a:p>
          <a:p>
            <a:r>
              <a:rPr lang="de-DE" sz="2200" dirty="0"/>
              <a:t>Benötigte Stunden je Wochentag festlegen.</a:t>
            </a:r>
          </a:p>
          <a:p>
            <a:endParaRPr lang="de-DE" sz="2200" dirty="0"/>
          </a:p>
          <a:p>
            <a:r>
              <a:rPr lang="de-DE" sz="2200" dirty="0"/>
              <a:t>Noch kein Rückkehrdatum bekannt?</a:t>
            </a:r>
          </a:p>
          <a:p>
            <a:r>
              <a:rPr lang="de-DE" sz="2200" dirty="0"/>
              <a:t>„Bis auf Weiteres“ wählen und später die Rückkehr melden.</a:t>
            </a:r>
          </a:p>
          <a:p>
            <a:endParaRPr lang="de-DE" sz="2200" dirty="0"/>
          </a:p>
          <a:p>
            <a:r>
              <a:rPr lang="de-DE" sz="2200" dirty="0"/>
              <a:t>Alle Angaben gemeinsam übermitteln</a:t>
            </a:r>
          </a:p>
          <a:p>
            <a:r>
              <a:rPr lang="de-DE" sz="2200" dirty="0"/>
              <a:t>Ausfallart, vertretene Lehrkraft und Schulart erfassen.</a:t>
            </a:r>
          </a:p>
          <a:p>
            <a:r>
              <a:rPr lang="de-DE" sz="2200" dirty="0"/>
              <a:t>Startzeit, Treffpunkt und Parkhinweise ergänzen.</a:t>
            </a:r>
          </a:p>
          <a:p>
            <a:endParaRPr lang="de-DE" sz="2200" dirty="0"/>
          </a:p>
          <a:p>
            <a:r>
              <a:rPr lang="de-DE" sz="2200" dirty="0"/>
              <a:t>Ihr Vorteil: weniger Rückfragen und wiederholte Meldungen.</a:t>
            </a:r>
          </a:p>
        </p:txBody>
      </p:sp>
    </p:spTree>
    <p:extLst>
      <p:ext uri="{BB962C8B-B14F-4D97-AF65-F5344CB8AC3E}">
        <p14:creationId xmlns:p14="http://schemas.microsoft.com/office/powerpoint/2010/main" val="380909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8F35-F356-A2E9-E2F0-B25E9A00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33CD43-3AFB-CEE4-14EA-A54DDC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32" y="0"/>
            <a:ext cx="9146232" cy="980728"/>
          </a:xfrm>
          <a:solidFill>
            <a:srgbClr val="800000"/>
          </a:solidFill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Vertretungen im Blick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4BF657-9593-2C1E-1974-7EEB67766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Staatliche Schulämter im Landkreis Unterallgäu und in der Stadt Memmingen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A09F77-BF21-EF6C-FB52-D61D521C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FD0A9-9156-4397-A11D-BD56809C9091}" type="slidenum">
              <a:rPr lang="de-DE" smtClean="0"/>
              <a:t>3</a:t>
            </a:fld>
            <a:endParaRPr lang="de-DE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E260A0B-CEF7-3AD6-1763-6593E03F1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6369112"/>
            <a:ext cx="1440160" cy="43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C347DE4-0A85-3433-8365-A7C12E904264}"/>
              </a:ext>
            </a:extLst>
          </p:cNvPr>
          <p:cNvSpPr txBox="1"/>
          <p:nvPr/>
        </p:nvSpPr>
        <p:spPr>
          <a:xfrm>
            <a:off x="539552" y="1340768"/>
            <a:ext cx="80648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/>
              <a:t>Bearbeitungsstand direkt erkennen</a:t>
            </a:r>
          </a:p>
          <a:p>
            <a:r>
              <a:rPr lang="de-DE" sz="2200" dirty="0"/>
              <a:t>Ausstehend, teilweise besetzt, besetzt oder keine Reserve.</a:t>
            </a:r>
          </a:p>
          <a:p>
            <a:endParaRPr lang="de-DE" sz="2200" dirty="0"/>
          </a:p>
          <a:p>
            <a:r>
              <a:rPr lang="de-DE" sz="2200" dirty="0"/>
              <a:t>Wer kommt wann?</a:t>
            </a:r>
          </a:p>
          <a:p>
            <a:r>
              <a:rPr lang="de-DE" sz="2200" dirty="0"/>
              <a:t>Name, Qualifikation und Kontaktdaten der Reserve sehen.</a:t>
            </a:r>
          </a:p>
          <a:p>
            <a:r>
              <a:rPr lang="de-DE" sz="2200" dirty="0"/>
              <a:t>Einsatztage und zugewiesene Stunden sind hinterlegt.</a:t>
            </a:r>
          </a:p>
          <a:p>
            <a:endParaRPr lang="de-DE" sz="2200" dirty="0"/>
          </a:p>
          <a:p>
            <a:r>
              <a:rPr lang="de-DE" sz="2200" dirty="0"/>
              <a:t>Lücken gezielt nachverfolgen</a:t>
            </a:r>
          </a:p>
          <a:p>
            <a:r>
              <a:rPr lang="de-DE" sz="2200" dirty="0"/>
              <a:t>Nach Status filtern und Begründungen des Schulamts</a:t>
            </a:r>
          </a:p>
          <a:p>
            <a:r>
              <a:rPr lang="de-DE" sz="2200" dirty="0"/>
              <a:t>bei „Keine Reserve“ einsehen, soweit hinterlegt.</a:t>
            </a:r>
          </a:p>
          <a:p>
            <a:endParaRPr lang="de-DE" sz="2200" dirty="0"/>
          </a:p>
          <a:p>
            <a:r>
              <a:rPr lang="de-DE" sz="2200" dirty="0"/>
              <a:t>Klare Zuständigkeiten</a:t>
            </a:r>
          </a:p>
          <a:p>
            <a:r>
              <a:rPr lang="de-DE" sz="2200" dirty="0"/>
              <a:t>Die Schule meldet den Bedarf, das Schulamt weist zu.</a:t>
            </a:r>
          </a:p>
          <a:p>
            <a:r>
              <a:rPr lang="de-DE" sz="2200" dirty="0"/>
              <a:t>Die Lehrkraft bestätigt den Einsatz in ihrem Zugang.</a:t>
            </a:r>
          </a:p>
        </p:txBody>
      </p:sp>
    </p:spTree>
    <p:extLst>
      <p:ext uri="{BB962C8B-B14F-4D97-AF65-F5344CB8AC3E}">
        <p14:creationId xmlns:p14="http://schemas.microsoft.com/office/powerpoint/2010/main" val="139867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97EF-5079-C947-A1C1-872FEFA2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E43E7-2E4D-668C-0E89-9B3D447A9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32" y="0"/>
            <a:ext cx="9146232" cy="980728"/>
          </a:xfrm>
          <a:solidFill>
            <a:srgbClr val="800000"/>
          </a:solidFill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Entlastung im Schulalltag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CF80BD-3317-8A9D-C84B-4B943661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Staatliche Schulämter im Landkreis Unterallgäu und in der Stadt Memmingen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FF7D75-2EF3-311B-47EC-A149592E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FD0A9-9156-4397-A11D-BD56809C9091}" type="slidenum">
              <a:rPr lang="de-DE" smtClean="0"/>
              <a:t>4</a:t>
            </a:fld>
            <a:endParaRPr lang="de-DE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55D6844A-A5B8-A012-1590-30632B743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6369112"/>
            <a:ext cx="1440160" cy="43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0DE7F36-00B8-5BE0-A014-B415038B0E9B}"/>
              </a:ext>
            </a:extLst>
          </p:cNvPr>
          <p:cNvSpPr txBox="1"/>
          <p:nvPr/>
        </p:nvSpPr>
        <p:spPr>
          <a:xfrm>
            <a:off x="539552" y="1340768"/>
            <a:ext cx="80648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/>
              <a:t>Schulprofil einmal pflegen</a:t>
            </a:r>
          </a:p>
          <a:p>
            <a:r>
              <a:rPr lang="de-DE" sz="2200" dirty="0"/>
              <a:t>Allgemeine Hinweise, Foto, Eingang und Parkplatz</a:t>
            </a:r>
          </a:p>
          <a:p>
            <a:r>
              <a:rPr lang="de-DE" sz="2200" dirty="0"/>
              <a:t>helfen der Reserve, sich vor Ort zurechtzufinden.</a:t>
            </a:r>
          </a:p>
          <a:p>
            <a:endParaRPr lang="de-DE" sz="2200" dirty="0"/>
          </a:p>
          <a:p>
            <a:r>
              <a:rPr lang="de-DE" sz="2200" dirty="0"/>
              <a:t>Rückkehr und Änderungen melden</a:t>
            </a:r>
          </a:p>
          <a:p>
            <a:r>
              <a:rPr lang="de-DE" sz="2200" dirty="0"/>
              <a:t>Letzten Vertretungstag melden, Folgeeinsätze entfallen.</a:t>
            </a:r>
          </a:p>
          <a:p>
            <a:r>
              <a:rPr lang="de-DE" sz="2200" dirty="0"/>
              <a:t>Nicht mehr benötigte Anfragen stornieren.</a:t>
            </a:r>
          </a:p>
          <a:p>
            <a:endParaRPr lang="de-DE" sz="2200" dirty="0"/>
          </a:p>
          <a:p>
            <a:r>
              <a:rPr lang="de-DE" sz="2200" dirty="0"/>
              <a:t>Vergangene Bedarfe nachvollziehen</a:t>
            </a:r>
          </a:p>
          <a:p>
            <a:r>
              <a:rPr lang="de-DE" sz="2200" dirty="0"/>
              <a:t>Das Archiv hält frühere Anfragen und Zuweisungen bereit.</a:t>
            </a:r>
          </a:p>
          <a:p>
            <a:endParaRPr lang="de-DE" sz="2200" dirty="0"/>
          </a:p>
          <a:p>
            <a:r>
              <a:rPr lang="de-DE" sz="2200" dirty="0"/>
              <a:t>Flexibel auf die eigenen Schuldaten zugreifen</a:t>
            </a:r>
          </a:p>
          <a:p>
            <a:r>
              <a:rPr lang="de-DE" sz="2200" dirty="0"/>
              <a:t>Die Anwendung ist am Computer und Smartphone nutzbar.</a:t>
            </a:r>
          </a:p>
          <a:p>
            <a:r>
              <a:rPr lang="de-DE" sz="2200" dirty="0"/>
              <a:t>Der Schulzugang beschränkt sich auf die eigene Schule.</a:t>
            </a:r>
          </a:p>
        </p:txBody>
      </p:sp>
    </p:spTree>
    <p:extLst>
      <p:ext uri="{BB962C8B-B14F-4D97-AF65-F5344CB8AC3E}">
        <p14:creationId xmlns:p14="http://schemas.microsoft.com/office/powerpoint/2010/main" val="86304272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Macintosh PowerPoint</Application>
  <PresentationFormat>Bildschirmpräsentation (4:3)</PresentationFormat>
  <Paragraphs>71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Larissa-Design</vt:lpstr>
      <vt:lpstr>MobileReserve.Digital</vt:lpstr>
      <vt:lpstr>Bedarf passgenau melden</vt:lpstr>
      <vt:lpstr>Vertretungen im Blick</vt:lpstr>
      <vt:lpstr>Entlastung im Schulalltag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Thomas Schulze</dc:creator>
  <cp:lastModifiedBy>Office2016L0301</cp:lastModifiedBy>
  <cp:revision>730</cp:revision>
  <cp:lastPrinted>2018-09-24T06:06:42Z</cp:lastPrinted>
  <dcterms:created xsi:type="dcterms:W3CDTF">2012-04-28T05:40:08Z</dcterms:created>
  <dcterms:modified xsi:type="dcterms:W3CDTF">2026-09-28T07:33:45Z</dcterms:modified>
</cp:coreProperties>
</file>